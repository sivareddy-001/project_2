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69" r:id="rId6"/>
    <p:sldId id="270" r:id="rId7"/>
    <p:sldId id="268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6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4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2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15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2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5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9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1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0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1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27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4497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06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6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1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93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7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80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274" y="2019075"/>
            <a:ext cx="7055380" cy="1400530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SALARY PREDICTION USING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7718" y="3652747"/>
            <a:ext cx="6274966" cy="2242238"/>
          </a:xfrm>
        </p:spPr>
        <p:txBody>
          <a:bodyPr>
            <a:normAutofit/>
          </a:bodyPr>
          <a:lstStyle/>
          <a:p>
            <a:r>
              <a:rPr sz="1600" dirty="0"/>
              <a:t>Name: P. Venkata Siva Reddy</a:t>
            </a:r>
          </a:p>
          <a:p>
            <a:r>
              <a:rPr sz="1600" dirty="0"/>
              <a:t>Course: Data Science Internship</a:t>
            </a:r>
          </a:p>
          <a:p>
            <a:r>
              <a:rPr sz="1600" dirty="0"/>
              <a:t>Company: Inno Fortune IT Pvt Ltd</a:t>
            </a:r>
          </a:p>
          <a:p>
            <a:r>
              <a:rPr sz="1600" dirty="0"/>
              <a:t>Date: 06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need a proper method to decide employee salaries.</a:t>
            </a:r>
          </a:p>
          <a:p>
            <a:r>
              <a:t>Salary depends on factors like Experience, Education and Skill Level.</a:t>
            </a:r>
          </a:p>
          <a:p>
            <a:r>
              <a:t>Machine Learning helps analyze data and predict salaries.</a:t>
            </a:r>
          </a:p>
          <a:p>
            <a:r>
              <a:t>In this project we use Linear Regression to predict salary.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relationship between experience and salary</a:t>
            </a:r>
          </a:p>
          <a:p>
            <a:r>
              <a:t>• Prepare data for machine learning</a:t>
            </a:r>
          </a:p>
          <a:p>
            <a:r>
              <a:t>• Train a Linear Regression model</a:t>
            </a:r>
          </a:p>
          <a:p>
            <a:r>
              <a:t>• Evaluate model performance</a:t>
            </a:r>
          </a:p>
          <a:p>
            <a:r>
              <a:t>• Predict salary for new employees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visualizations:</a:t>
            </a:r>
          </a:p>
          <a:p>
            <a:r>
              <a:rPr dirty="0"/>
              <a:t>• Experience vs Salary scatter plot</a:t>
            </a:r>
          </a:p>
          <a:p>
            <a:r>
              <a:rPr dirty="0"/>
              <a:t>• Salary by education level</a:t>
            </a:r>
          </a:p>
          <a:p>
            <a:r>
              <a:rPr dirty="0"/>
              <a:t>• Skill level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059B-1240-DE20-96F5-1BBA8F7A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Pie Chart(Comparison)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68573-FEC2-A8BB-1026-C59A8C78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30" y="1946245"/>
            <a:ext cx="6096000" cy="401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98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D3B3-92E4-365E-0E40-7A230997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Bar chart (Comparison)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10FC2-3C31-5860-D919-764DE865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4" y="1692198"/>
            <a:ext cx="6388129" cy="419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5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7962-7A4A-7130-074F-14D9569C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Regression Line vs Actual data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88102-336A-6F28-0181-09D97FF03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016" y="1725468"/>
            <a:ext cx="651679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82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finds relationship between input features</a:t>
            </a:r>
          </a:p>
          <a:p>
            <a:r>
              <a:t>and the target variable (Salary).</a:t>
            </a:r>
          </a:p>
          <a:p>
            <a:endParaRPr/>
          </a:p>
          <a:p>
            <a:r>
              <a:t>Example:</a:t>
            </a:r>
          </a:p>
          <a:p>
            <a:r>
              <a:t>Salary = b0 + b1X</a:t>
            </a:r>
          </a:p>
          <a:p>
            <a:endParaRPr/>
          </a:p>
          <a:p>
            <a:r>
              <a:t>Where X represents experience or other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09" y="1465695"/>
            <a:ext cx="8828028" cy="4195481"/>
          </a:xfrm>
        </p:spPr>
        <p:txBody>
          <a:bodyPr>
            <a:normAutofit/>
          </a:bodyPr>
          <a:lstStyle/>
          <a:p>
            <a:r>
              <a:rPr dirty="0"/>
              <a:t>Metrics used:</a:t>
            </a:r>
          </a:p>
          <a:p>
            <a:r>
              <a:rPr b="1" dirty="0">
                <a:solidFill>
                  <a:schemeClr val="bg1"/>
                </a:solidFill>
                <a:highlight>
                  <a:srgbClr val="FFFF00"/>
                </a:highlight>
              </a:rPr>
              <a:t>• Mean Absolute Error (MAE)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:</a:t>
            </a:r>
          </a:p>
          <a:p>
            <a:pPr marL="457207" lvl="1" indent="0">
              <a:buNone/>
            </a:pPr>
            <a:r>
              <a:rPr lang="en-US" dirty="0"/>
              <a:t>- To know avg absolute difference b/w Actual and Predicted</a:t>
            </a:r>
            <a:endParaRPr dirty="0"/>
          </a:p>
          <a:p>
            <a:r>
              <a:rPr b="1" dirty="0">
                <a:solidFill>
                  <a:schemeClr val="bg1"/>
                </a:solidFill>
                <a:highlight>
                  <a:srgbClr val="FFFF00"/>
                </a:highlight>
              </a:rPr>
              <a:t>• Mean Squared Error (MSE)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:</a:t>
            </a:r>
          </a:p>
          <a:p>
            <a:pPr marL="0" indent="0">
              <a:buNone/>
            </a:pPr>
            <a:r>
              <a:rPr lang="en-US" dirty="0"/>
              <a:t>	- To know avg of squared difference b/w Actual and Predicted</a:t>
            </a:r>
            <a:endParaRPr dirty="0"/>
          </a:p>
          <a:p>
            <a:r>
              <a:rPr b="1" dirty="0">
                <a:solidFill>
                  <a:schemeClr val="bg1"/>
                </a:solidFill>
                <a:highlight>
                  <a:srgbClr val="FFFF00"/>
                </a:highlight>
              </a:rPr>
              <a:t>• R² Score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:</a:t>
            </a:r>
          </a:p>
          <a:p>
            <a:pPr lvl="1">
              <a:buFontTx/>
              <a:buChar char="-"/>
            </a:pPr>
            <a:r>
              <a:rPr lang="en-IN" i="1" dirty="0"/>
              <a:t>Measures how well the model explains the variation in the target variable.</a:t>
            </a:r>
          </a:p>
          <a:p>
            <a:pPr lvl="1">
              <a:buFontTx/>
              <a:buChar char="-"/>
            </a:pPr>
            <a:r>
              <a:rPr lang="en-IN" dirty="0"/>
              <a:t>Higher R² score means better model performance.</a:t>
            </a:r>
          </a:p>
          <a:p>
            <a:pPr lvl="1">
              <a:buFontTx/>
              <a:buChar char="-"/>
            </a:pPr>
            <a:endParaRPr lang="en-IN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2951828"/>
          </a:xfrm>
        </p:spPr>
        <p:txBody>
          <a:bodyPr/>
          <a:lstStyle/>
          <a:p>
            <a:r>
              <a:rPr dirty="0"/>
              <a:t>The model predicts salary based on employee attributes.</a:t>
            </a:r>
          </a:p>
          <a:p>
            <a:r>
              <a:rPr dirty="0"/>
              <a:t>Experience shows strong relationship with salary.</a:t>
            </a:r>
          </a:p>
          <a:p>
            <a:r>
              <a:rPr dirty="0"/>
              <a:t>R² Score ≈ 0.9 meaning the model explains about 9</a:t>
            </a:r>
            <a:r>
              <a:rPr lang="en-US" dirty="0"/>
              <a:t>0</a:t>
            </a:r>
            <a:r>
              <a:rPr dirty="0"/>
              <a:t>% of salary variation.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HR salary prediction systems</a:t>
            </a:r>
          </a:p>
          <a:p>
            <a:r>
              <a:t>• Recruitment platforms</a:t>
            </a:r>
          </a:p>
          <a:p>
            <a:r>
              <a:t>• Employee salary benchmarking</a:t>
            </a:r>
          </a:p>
          <a:p>
            <a:r>
              <a:t>• Workforce analytics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290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SALARY PREDICTION USING LINEAR REGRESSION</vt:lpstr>
      <vt:lpstr>Introduction</vt:lpstr>
      <vt:lpstr>Objective</vt:lpstr>
      <vt:lpstr>Data Visualization</vt:lpstr>
      <vt:lpstr>Pie Chart(Comparison)</vt:lpstr>
      <vt:lpstr>Bar chart (Comparison)</vt:lpstr>
      <vt:lpstr>Regression Line vs Actual data</vt:lpstr>
      <vt:lpstr>Linear Regression Model</vt:lpstr>
      <vt:lpstr>Model Evaluation</vt:lpstr>
      <vt:lpstr>Results</vt:lpstr>
      <vt:lpstr>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Reddy</cp:lastModifiedBy>
  <cp:revision>4</cp:revision>
  <dcterms:created xsi:type="dcterms:W3CDTF">2013-01-27T09:14:16Z</dcterms:created>
  <dcterms:modified xsi:type="dcterms:W3CDTF">2026-03-09T07:23:23Z</dcterms:modified>
  <cp:category/>
</cp:coreProperties>
</file>